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7" r:id="rId2"/>
    <p:sldId id="258" r:id="rId3"/>
    <p:sldId id="260" r:id="rId4"/>
    <p:sldId id="261" r:id="rId5"/>
    <p:sldId id="264" r:id="rId6"/>
    <p:sldId id="262" r:id="rId7"/>
    <p:sldId id="263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p pc" userId="69003cb1a087c46e" providerId="LiveId" clId="{9F72F9CB-1908-4E0A-BE1A-7803601CBA11}"/>
    <pc:docChg chg="undo custSel addSld delSld modSld sldOrd">
      <pc:chgData name="hp pc" userId="69003cb1a087c46e" providerId="LiveId" clId="{9F72F9CB-1908-4E0A-BE1A-7803601CBA11}" dt="2026-01-17T19:48:50.739" v="5646" actId="931"/>
      <pc:docMkLst>
        <pc:docMk/>
      </pc:docMkLst>
      <pc:sldChg chg="addSp delSp modSp mod">
        <pc:chgData name="hp pc" userId="69003cb1a087c46e" providerId="LiveId" clId="{9F72F9CB-1908-4E0A-BE1A-7803601CBA11}" dt="2026-01-17T19:22:07.022" v="5620"/>
        <pc:sldMkLst>
          <pc:docMk/>
          <pc:sldMk cId="1305884097" sldId="257"/>
        </pc:sldMkLst>
        <pc:spChg chg="add mod">
          <ac:chgData name="hp pc" userId="69003cb1a087c46e" providerId="LiveId" clId="{9F72F9CB-1908-4E0A-BE1A-7803601CBA11}" dt="2026-01-17T19:19:53.890" v="5601" actId="1076"/>
          <ac:spMkLst>
            <pc:docMk/>
            <pc:sldMk cId="1305884097" sldId="257"/>
            <ac:spMk id="3" creationId="{E4C6A6D3-85BA-79F1-F522-ABAA910AA789}"/>
          </ac:spMkLst>
        </pc:spChg>
        <pc:spChg chg="add del mod">
          <ac:chgData name="hp pc" userId="69003cb1a087c46e" providerId="LiveId" clId="{9F72F9CB-1908-4E0A-BE1A-7803601CBA11}" dt="2026-01-17T19:22:07.022" v="5620"/>
          <ac:spMkLst>
            <pc:docMk/>
            <pc:sldMk cId="1305884097" sldId="257"/>
            <ac:spMk id="7" creationId="{9968B75C-CCF4-B4CA-32EA-4C2ADFCF1408}"/>
          </ac:spMkLst>
        </pc:spChg>
        <pc:spChg chg="add mod">
          <ac:chgData name="hp pc" userId="69003cb1a087c46e" providerId="LiveId" clId="{9F72F9CB-1908-4E0A-BE1A-7803601CBA11}" dt="2026-01-17T19:21:51.486" v="5615" actId="1076"/>
          <ac:spMkLst>
            <pc:docMk/>
            <pc:sldMk cId="1305884097" sldId="257"/>
            <ac:spMk id="8" creationId="{6D4E713D-20A5-4840-193A-29D97174F00B}"/>
          </ac:spMkLst>
        </pc:spChg>
        <pc:picChg chg="add mod">
          <ac:chgData name="hp pc" userId="69003cb1a087c46e" providerId="LiveId" clId="{9F72F9CB-1908-4E0A-BE1A-7803601CBA11}" dt="2026-01-17T19:22:03.963" v="5618" actId="1076"/>
          <ac:picMkLst>
            <pc:docMk/>
            <pc:sldMk cId="1305884097" sldId="257"/>
            <ac:picMk id="6" creationId="{AC461D40-9805-579C-688A-E6BEF87325B0}"/>
          </ac:picMkLst>
        </pc:picChg>
      </pc:sldChg>
      <pc:sldChg chg="modSp new mod ord">
        <pc:chgData name="hp pc" userId="69003cb1a087c46e" providerId="LiveId" clId="{9F72F9CB-1908-4E0A-BE1A-7803601CBA11}" dt="2026-01-17T19:15:07.869" v="5559"/>
        <pc:sldMkLst>
          <pc:docMk/>
          <pc:sldMk cId="178109968" sldId="258"/>
        </pc:sldMkLst>
        <pc:spChg chg="mod">
          <ac:chgData name="hp pc" userId="69003cb1a087c46e" providerId="LiveId" clId="{9F72F9CB-1908-4E0A-BE1A-7803601CBA11}" dt="2026-01-17T19:15:07.869" v="5559"/>
          <ac:spMkLst>
            <pc:docMk/>
            <pc:sldMk cId="178109968" sldId="258"/>
            <ac:spMk id="2" creationId="{78001C8D-D940-029D-5C40-3B85CE61A16C}"/>
          </ac:spMkLst>
        </pc:spChg>
        <pc:spChg chg="mod">
          <ac:chgData name="hp pc" userId="69003cb1a087c46e" providerId="LiveId" clId="{9F72F9CB-1908-4E0A-BE1A-7803601CBA11}" dt="2026-01-17T19:15:07.869" v="5559"/>
          <ac:spMkLst>
            <pc:docMk/>
            <pc:sldMk cId="178109968" sldId="258"/>
            <ac:spMk id="3" creationId="{54E56FCA-79F0-EC6B-B522-DB6FC7ED9C5B}"/>
          </ac:spMkLst>
        </pc:spChg>
      </pc:sldChg>
      <pc:sldChg chg="modSp new del mod">
        <pc:chgData name="hp pc" userId="69003cb1a087c46e" providerId="LiveId" clId="{9F72F9CB-1908-4E0A-BE1A-7803601CBA11}" dt="2026-01-16T09:42:46.093" v="1186" actId="2696"/>
        <pc:sldMkLst>
          <pc:docMk/>
          <pc:sldMk cId="4085328673" sldId="259"/>
        </pc:sldMkLst>
      </pc:sldChg>
      <pc:sldChg chg="addSp delSp modSp new mod modClrScheme chgLayout">
        <pc:chgData name="hp pc" userId="69003cb1a087c46e" providerId="LiveId" clId="{9F72F9CB-1908-4E0A-BE1A-7803601CBA11}" dt="2026-01-17T19:36:07.159" v="5636" actId="1076"/>
        <pc:sldMkLst>
          <pc:docMk/>
          <pc:sldMk cId="1992844126" sldId="260"/>
        </pc:sldMkLst>
        <pc:spChg chg="mod ord">
          <ac:chgData name="hp pc" userId="69003cb1a087c46e" providerId="LiveId" clId="{9F72F9CB-1908-4E0A-BE1A-7803601CBA11}" dt="2026-01-17T19:15:07.869" v="5559"/>
          <ac:spMkLst>
            <pc:docMk/>
            <pc:sldMk cId="1992844126" sldId="260"/>
            <ac:spMk id="2" creationId="{26B12306-C8A0-FCC9-CEFF-CB9F9AE7066C}"/>
          </ac:spMkLst>
        </pc:spChg>
        <pc:spChg chg="del mod ord">
          <ac:chgData name="hp pc" userId="69003cb1a087c46e" providerId="LiveId" clId="{9F72F9CB-1908-4E0A-BE1A-7803601CBA11}" dt="2026-01-16T09:43:20.374" v="1229" actId="700"/>
          <ac:spMkLst>
            <pc:docMk/>
            <pc:sldMk cId="1992844126" sldId="260"/>
            <ac:spMk id="3" creationId="{B145BD9B-48F4-526F-B412-7D90AC095AB3}"/>
          </ac:spMkLst>
        </pc:spChg>
        <pc:spChg chg="add mod ord">
          <ac:chgData name="hp pc" userId="69003cb1a087c46e" providerId="LiveId" clId="{9F72F9CB-1908-4E0A-BE1A-7803601CBA11}" dt="2026-01-17T19:15:08.134" v="5566" actId="27636"/>
          <ac:spMkLst>
            <pc:docMk/>
            <pc:sldMk cId="1992844126" sldId="260"/>
            <ac:spMk id="4" creationId="{1A9D6FB6-C497-8F36-F667-24D415E653E5}"/>
          </ac:spMkLst>
        </pc:spChg>
        <pc:spChg chg="add del mod ord">
          <ac:chgData name="hp pc" userId="69003cb1a087c46e" providerId="LiveId" clId="{9F72F9CB-1908-4E0A-BE1A-7803601CBA11}" dt="2026-01-17T19:25:59.557" v="5621" actId="931"/>
          <ac:spMkLst>
            <pc:docMk/>
            <pc:sldMk cId="1992844126" sldId="260"/>
            <ac:spMk id="5" creationId="{49DB10E0-1290-0F62-BEBB-BE8404C350BA}"/>
          </ac:spMkLst>
        </pc:spChg>
        <pc:picChg chg="add mod modCrop">
          <ac:chgData name="hp pc" userId="69003cb1a087c46e" providerId="LiveId" clId="{9F72F9CB-1908-4E0A-BE1A-7803601CBA11}" dt="2026-01-17T19:27:26.731" v="5632" actId="1076"/>
          <ac:picMkLst>
            <pc:docMk/>
            <pc:sldMk cId="1992844126" sldId="260"/>
            <ac:picMk id="6" creationId="{9EB66554-BED4-6F9F-5555-C55C38A7B6D7}"/>
          </ac:picMkLst>
        </pc:picChg>
        <pc:picChg chg="add mod modCrop">
          <ac:chgData name="hp pc" userId="69003cb1a087c46e" providerId="LiveId" clId="{9F72F9CB-1908-4E0A-BE1A-7803601CBA11}" dt="2026-01-17T19:36:07.159" v="5636" actId="1076"/>
          <ac:picMkLst>
            <pc:docMk/>
            <pc:sldMk cId="1992844126" sldId="260"/>
            <ac:picMk id="8" creationId="{190B8B7F-5216-BCD3-7065-41EA2F5189B9}"/>
          </ac:picMkLst>
        </pc:picChg>
      </pc:sldChg>
      <pc:sldChg chg="addSp delSp modSp new mod modClrScheme chgLayout">
        <pc:chgData name="hp pc" userId="69003cb1a087c46e" providerId="LiveId" clId="{9F72F9CB-1908-4E0A-BE1A-7803601CBA11}" dt="2026-01-17T19:36:30.792" v="5639" actId="14100"/>
        <pc:sldMkLst>
          <pc:docMk/>
          <pc:sldMk cId="362231971" sldId="261"/>
        </pc:sldMkLst>
        <pc:spChg chg="mod ord">
          <ac:chgData name="hp pc" userId="69003cb1a087c46e" providerId="LiveId" clId="{9F72F9CB-1908-4E0A-BE1A-7803601CBA11}" dt="2026-01-17T18:48:57.899" v="4332" actId="20577"/>
          <ac:spMkLst>
            <pc:docMk/>
            <pc:sldMk cId="362231971" sldId="261"/>
            <ac:spMk id="2" creationId="{8BE9848A-BD7A-6A00-CCD7-32FA525163C6}"/>
          </ac:spMkLst>
        </pc:spChg>
        <pc:spChg chg="del mod ord">
          <ac:chgData name="hp pc" userId="69003cb1a087c46e" providerId="LiveId" clId="{9F72F9CB-1908-4E0A-BE1A-7803601CBA11}" dt="2026-01-16T18:01:40.807" v="2114" actId="700"/>
          <ac:spMkLst>
            <pc:docMk/>
            <pc:sldMk cId="362231971" sldId="261"/>
            <ac:spMk id="3" creationId="{026229B3-9661-04BB-5188-322395E50FC8}"/>
          </ac:spMkLst>
        </pc:spChg>
        <pc:spChg chg="add mod ord">
          <ac:chgData name="hp pc" userId="69003cb1a087c46e" providerId="LiveId" clId="{9F72F9CB-1908-4E0A-BE1A-7803601CBA11}" dt="2026-01-17T19:15:07.982" v="5561" actId="27636"/>
          <ac:spMkLst>
            <pc:docMk/>
            <pc:sldMk cId="362231971" sldId="261"/>
            <ac:spMk id="4" creationId="{36E0C334-CD4C-E98C-A57A-BF8F0D7A428B}"/>
          </ac:spMkLst>
        </pc:spChg>
        <pc:spChg chg="add del mod ord">
          <ac:chgData name="hp pc" userId="69003cb1a087c46e" providerId="LiveId" clId="{9F72F9CB-1908-4E0A-BE1A-7803601CBA11}" dt="2026-01-17T19:36:24.398" v="5637" actId="931"/>
          <ac:spMkLst>
            <pc:docMk/>
            <pc:sldMk cId="362231971" sldId="261"/>
            <ac:spMk id="5" creationId="{D449E755-055B-4863-036C-FB3A01B9C86B}"/>
          </ac:spMkLst>
        </pc:spChg>
        <pc:picChg chg="add mod">
          <ac:chgData name="hp pc" userId="69003cb1a087c46e" providerId="LiveId" clId="{9F72F9CB-1908-4E0A-BE1A-7803601CBA11}" dt="2026-01-17T19:36:30.792" v="5639" actId="14100"/>
          <ac:picMkLst>
            <pc:docMk/>
            <pc:sldMk cId="362231971" sldId="261"/>
            <ac:picMk id="6" creationId="{590A5D5F-FB13-14F1-1C6B-08435C15FDF7}"/>
          </ac:picMkLst>
        </pc:picChg>
      </pc:sldChg>
      <pc:sldChg chg="addSp delSp modSp new mod ord">
        <pc:chgData name="hp pc" userId="69003cb1a087c46e" providerId="LiveId" clId="{9F72F9CB-1908-4E0A-BE1A-7803601CBA11}" dt="2026-01-17T19:37:18.045" v="5641" actId="1076"/>
        <pc:sldMkLst>
          <pc:docMk/>
          <pc:sldMk cId="1629043018" sldId="262"/>
        </pc:sldMkLst>
        <pc:spChg chg="mod">
          <ac:chgData name="hp pc" userId="69003cb1a087c46e" providerId="LiveId" clId="{9F72F9CB-1908-4E0A-BE1A-7803601CBA11}" dt="2026-01-17T19:15:07.869" v="5559"/>
          <ac:spMkLst>
            <pc:docMk/>
            <pc:sldMk cId="1629043018" sldId="262"/>
            <ac:spMk id="2" creationId="{22F03CAC-0A84-52FE-0FE5-9C3D12CAA576}"/>
          </ac:spMkLst>
        </pc:spChg>
        <pc:spChg chg="mod">
          <ac:chgData name="hp pc" userId="69003cb1a087c46e" providerId="LiveId" clId="{9F72F9CB-1908-4E0A-BE1A-7803601CBA11}" dt="2026-01-17T19:15:08.091" v="5564" actId="27636"/>
          <ac:spMkLst>
            <pc:docMk/>
            <pc:sldMk cId="1629043018" sldId="262"/>
            <ac:spMk id="3" creationId="{93FEDE9D-E8F6-AFC4-D1FC-9765345335F8}"/>
          </ac:spMkLst>
        </pc:spChg>
        <pc:spChg chg="del mod">
          <ac:chgData name="hp pc" userId="69003cb1a087c46e" providerId="LiveId" clId="{9F72F9CB-1908-4E0A-BE1A-7803601CBA11}" dt="2026-01-17T19:37:08.805" v="5640" actId="931"/>
          <ac:spMkLst>
            <pc:docMk/>
            <pc:sldMk cId="1629043018" sldId="262"/>
            <ac:spMk id="4" creationId="{942CBD99-6606-DB9D-C98A-8F5FDA14CFFE}"/>
          </ac:spMkLst>
        </pc:spChg>
        <pc:picChg chg="add mod">
          <ac:chgData name="hp pc" userId="69003cb1a087c46e" providerId="LiveId" clId="{9F72F9CB-1908-4E0A-BE1A-7803601CBA11}" dt="2026-01-17T19:37:18.045" v="5641" actId="1076"/>
          <ac:picMkLst>
            <pc:docMk/>
            <pc:sldMk cId="1629043018" sldId="262"/>
            <ac:picMk id="6" creationId="{D89FC5F6-04E4-9895-6A06-A57FB71E7048}"/>
          </ac:picMkLst>
        </pc:picChg>
      </pc:sldChg>
      <pc:sldChg chg="addSp delSp modSp new mod">
        <pc:chgData name="hp pc" userId="69003cb1a087c46e" providerId="LiveId" clId="{9F72F9CB-1908-4E0A-BE1A-7803601CBA11}" dt="2026-01-17T19:37:32.858" v="5642" actId="931"/>
        <pc:sldMkLst>
          <pc:docMk/>
          <pc:sldMk cId="1085154547" sldId="263"/>
        </pc:sldMkLst>
        <pc:spChg chg="mod">
          <ac:chgData name="hp pc" userId="69003cb1a087c46e" providerId="LiveId" clId="{9F72F9CB-1908-4E0A-BE1A-7803601CBA11}" dt="2026-01-17T19:15:07.869" v="5559"/>
          <ac:spMkLst>
            <pc:docMk/>
            <pc:sldMk cId="1085154547" sldId="263"/>
            <ac:spMk id="2" creationId="{DEDF051F-0C68-305D-4001-15E02C771AAE}"/>
          </ac:spMkLst>
        </pc:spChg>
        <pc:spChg chg="mod">
          <ac:chgData name="hp pc" userId="69003cb1a087c46e" providerId="LiveId" clId="{9F72F9CB-1908-4E0A-BE1A-7803601CBA11}" dt="2026-01-17T18:52:55.127" v="4410" actId="404"/>
          <ac:spMkLst>
            <pc:docMk/>
            <pc:sldMk cId="1085154547" sldId="263"/>
            <ac:spMk id="3" creationId="{E8687099-3CAE-8DD2-D814-054834041329}"/>
          </ac:spMkLst>
        </pc:spChg>
        <pc:spChg chg="del mod">
          <ac:chgData name="hp pc" userId="69003cb1a087c46e" providerId="LiveId" clId="{9F72F9CB-1908-4E0A-BE1A-7803601CBA11}" dt="2026-01-17T19:37:32.858" v="5642" actId="931"/>
          <ac:spMkLst>
            <pc:docMk/>
            <pc:sldMk cId="1085154547" sldId="263"/>
            <ac:spMk id="4" creationId="{F358E609-C451-FDA4-78BC-32D3F067020A}"/>
          </ac:spMkLst>
        </pc:spChg>
        <pc:picChg chg="add mod">
          <ac:chgData name="hp pc" userId="69003cb1a087c46e" providerId="LiveId" clId="{9F72F9CB-1908-4E0A-BE1A-7803601CBA11}" dt="2026-01-17T19:37:32.858" v="5642" actId="931"/>
          <ac:picMkLst>
            <pc:docMk/>
            <pc:sldMk cId="1085154547" sldId="263"/>
            <ac:picMk id="6" creationId="{EBBAC45E-19AD-9772-D4E3-6F4064A2C74D}"/>
          </ac:picMkLst>
        </pc:picChg>
      </pc:sldChg>
      <pc:sldChg chg="addSp delSp modSp new mod ord">
        <pc:chgData name="hp pc" userId="69003cb1a087c46e" providerId="LiveId" clId="{9F72F9CB-1908-4E0A-BE1A-7803601CBA11}" dt="2026-01-17T19:48:50.739" v="5646" actId="931"/>
        <pc:sldMkLst>
          <pc:docMk/>
          <pc:sldMk cId="1151290932" sldId="264"/>
        </pc:sldMkLst>
        <pc:spChg chg="mod">
          <ac:chgData name="hp pc" userId="69003cb1a087c46e" providerId="LiveId" clId="{9F72F9CB-1908-4E0A-BE1A-7803601CBA11}" dt="2026-01-17T19:15:07.869" v="5559"/>
          <ac:spMkLst>
            <pc:docMk/>
            <pc:sldMk cId="1151290932" sldId="264"/>
            <ac:spMk id="2" creationId="{9E74033D-FA73-0D32-F0A0-D4547BB89EA0}"/>
          </ac:spMkLst>
        </pc:spChg>
        <pc:spChg chg="mod">
          <ac:chgData name="hp pc" userId="69003cb1a087c46e" providerId="LiveId" clId="{9F72F9CB-1908-4E0A-BE1A-7803601CBA11}" dt="2026-01-17T19:15:07.869" v="5559"/>
          <ac:spMkLst>
            <pc:docMk/>
            <pc:sldMk cId="1151290932" sldId="264"/>
            <ac:spMk id="3" creationId="{6C8702B5-52AB-3A60-5D6E-FF50C8948C23}"/>
          </ac:spMkLst>
        </pc:spChg>
        <pc:spChg chg="del mod">
          <ac:chgData name="hp pc" userId="69003cb1a087c46e" providerId="LiveId" clId="{9F72F9CB-1908-4E0A-BE1A-7803601CBA11}" dt="2026-01-17T19:48:50.739" v="5646" actId="931"/>
          <ac:spMkLst>
            <pc:docMk/>
            <pc:sldMk cId="1151290932" sldId="264"/>
            <ac:spMk id="4" creationId="{0E12843E-63F8-806B-35FD-AD7942A97FE2}"/>
          </ac:spMkLst>
        </pc:spChg>
        <pc:picChg chg="add mod">
          <ac:chgData name="hp pc" userId="69003cb1a087c46e" providerId="LiveId" clId="{9F72F9CB-1908-4E0A-BE1A-7803601CBA11}" dt="2026-01-17T19:48:50.739" v="5646" actId="931"/>
          <ac:picMkLst>
            <pc:docMk/>
            <pc:sldMk cId="1151290932" sldId="264"/>
            <ac:picMk id="6" creationId="{CF3583D0-ADFF-63B6-82B3-7973B30195A7}"/>
          </ac:picMkLst>
        </pc:picChg>
      </pc:sldChg>
      <pc:sldChg chg="addSp delSp modSp new mod">
        <pc:chgData name="hp pc" userId="69003cb1a087c46e" providerId="LiveId" clId="{9F72F9CB-1908-4E0A-BE1A-7803601CBA11}" dt="2026-01-17T19:38:02.486" v="5645" actId="14100"/>
        <pc:sldMkLst>
          <pc:docMk/>
          <pc:sldMk cId="403849268" sldId="265"/>
        </pc:sldMkLst>
        <pc:spChg chg="mod">
          <ac:chgData name="hp pc" userId="69003cb1a087c46e" providerId="LiveId" clId="{9F72F9CB-1908-4E0A-BE1A-7803601CBA11}" dt="2026-01-17T19:15:07.869" v="5559"/>
          <ac:spMkLst>
            <pc:docMk/>
            <pc:sldMk cId="403849268" sldId="265"/>
            <ac:spMk id="2" creationId="{F0A6552E-9D86-EE27-0C29-355D2E27C20C}"/>
          </ac:spMkLst>
        </pc:spChg>
        <pc:spChg chg="mod">
          <ac:chgData name="hp pc" userId="69003cb1a087c46e" providerId="LiveId" clId="{9F72F9CB-1908-4E0A-BE1A-7803601CBA11}" dt="2026-01-17T18:53:57.627" v="4497" actId="5793"/>
          <ac:spMkLst>
            <pc:docMk/>
            <pc:sldMk cId="403849268" sldId="265"/>
            <ac:spMk id="3" creationId="{0A2AD409-66BC-67E1-3DF6-83835CA6D297}"/>
          </ac:spMkLst>
        </pc:spChg>
        <pc:spChg chg="del mod">
          <ac:chgData name="hp pc" userId="69003cb1a087c46e" providerId="LiveId" clId="{9F72F9CB-1908-4E0A-BE1A-7803601CBA11}" dt="2026-01-17T19:37:56.249" v="5643" actId="931"/>
          <ac:spMkLst>
            <pc:docMk/>
            <pc:sldMk cId="403849268" sldId="265"/>
            <ac:spMk id="4" creationId="{A5F4FF85-F636-EC92-8EAF-6B56870A9154}"/>
          </ac:spMkLst>
        </pc:spChg>
        <pc:picChg chg="add mod">
          <ac:chgData name="hp pc" userId="69003cb1a087c46e" providerId="LiveId" clId="{9F72F9CB-1908-4E0A-BE1A-7803601CBA11}" dt="2026-01-17T19:38:02.486" v="5645" actId="14100"/>
          <ac:picMkLst>
            <pc:docMk/>
            <pc:sldMk cId="403849268" sldId="265"/>
            <ac:picMk id="6" creationId="{082024BF-7074-A29C-3C9D-B4C221D654CF}"/>
          </ac:picMkLst>
        </pc:picChg>
      </pc:sldChg>
      <pc:sldChg chg="modSp new mod">
        <pc:chgData name="hp pc" userId="69003cb1a087c46e" providerId="LiveId" clId="{9F72F9CB-1908-4E0A-BE1A-7803601CBA11}" dt="2026-01-17T19:15:07.869" v="5559"/>
        <pc:sldMkLst>
          <pc:docMk/>
          <pc:sldMk cId="3085910373" sldId="266"/>
        </pc:sldMkLst>
        <pc:spChg chg="mod">
          <ac:chgData name="hp pc" userId="69003cb1a087c46e" providerId="LiveId" clId="{9F72F9CB-1908-4E0A-BE1A-7803601CBA11}" dt="2026-01-17T19:15:07.869" v="5559"/>
          <ac:spMkLst>
            <pc:docMk/>
            <pc:sldMk cId="3085910373" sldId="266"/>
            <ac:spMk id="2" creationId="{87467C6D-FC34-B716-22AB-BC23FE7BEA4F}"/>
          </ac:spMkLst>
        </pc:spChg>
        <pc:spChg chg="mod">
          <ac:chgData name="hp pc" userId="69003cb1a087c46e" providerId="LiveId" clId="{9F72F9CB-1908-4E0A-BE1A-7803601CBA11}" dt="2026-01-17T19:15:07.869" v="5559"/>
          <ac:spMkLst>
            <pc:docMk/>
            <pc:sldMk cId="3085910373" sldId="266"/>
            <ac:spMk id="3" creationId="{E45BADD6-86F7-40BF-29ED-ED9048F9A86A}"/>
          </ac:spMkLst>
        </pc:spChg>
      </pc:sldChg>
      <pc:sldChg chg="modSp new mod">
        <pc:chgData name="hp pc" userId="69003cb1a087c46e" providerId="LiveId" clId="{9F72F9CB-1908-4E0A-BE1A-7803601CBA11}" dt="2026-01-17T19:15:07.869" v="5559"/>
        <pc:sldMkLst>
          <pc:docMk/>
          <pc:sldMk cId="2926669884" sldId="267"/>
        </pc:sldMkLst>
        <pc:spChg chg="mod">
          <ac:chgData name="hp pc" userId="69003cb1a087c46e" providerId="LiveId" clId="{9F72F9CB-1908-4E0A-BE1A-7803601CBA11}" dt="2026-01-17T19:15:07.869" v="5559"/>
          <ac:spMkLst>
            <pc:docMk/>
            <pc:sldMk cId="2926669884" sldId="267"/>
            <ac:spMk id="2" creationId="{C0221339-5C8A-8F57-08D3-4B354DB103B4}"/>
          </ac:spMkLst>
        </pc:spChg>
        <pc:spChg chg="mod">
          <ac:chgData name="hp pc" userId="69003cb1a087c46e" providerId="LiveId" clId="{9F72F9CB-1908-4E0A-BE1A-7803601CBA11}" dt="2026-01-17T19:15:07.869" v="5559"/>
          <ac:spMkLst>
            <pc:docMk/>
            <pc:sldMk cId="2926669884" sldId="267"/>
            <ac:spMk id="3" creationId="{68218383-FD13-E8E4-4DDD-64CE6EDACBD2}"/>
          </ac:spMkLst>
        </pc:spChg>
      </pc:sldChg>
      <pc:sldChg chg="addSp modSp new mod">
        <pc:chgData name="hp pc" userId="69003cb1a087c46e" providerId="LiveId" clId="{9F72F9CB-1908-4E0A-BE1A-7803601CBA11}" dt="2026-01-17T19:13:28.876" v="5549" actId="403"/>
        <pc:sldMkLst>
          <pc:docMk/>
          <pc:sldMk cId="1348741094" sldId="268"/>
        </pc:sldMkLst>
        <pc:spChg chg="add mod">
          <ac:chgData name="hp pc" userId="69003cb1a087c46e" providerId="LiveId" clId="{9F72F9CB-1908-4E0A-BE1A-7803601CBA11}" dt="2026-01-17T19:13:28.876" v="5549" actId="403"/>
          <ac:spMkLst>
            <pc:docMk/>
            <pc:sldMk cId="1348741094" sldId="268"/>
            <ac:spMk id="2" creationId="{969A83DD-82FB-4EAD-80E3-ADBB7B266C4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7887-DD15-4796-84CB-69BFAC977BC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FE0A-7A15-4A52-85E6-C872DF9B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865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7887-DD15-4796-84CB-69BFAC977BC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FE0A-7A15-4A52-85E6-C872DF9B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717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7887-DD15-4796-84CB-69BFAC977BC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FE0A-7A15-4A52-85E6-C872DF9B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687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7887-DD15-4796-84CB-69BFAC977BC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FE0A-7A15-4A52-85E6-C872DF9B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981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7887-DD15-4796-84CB-69BFAC977BC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FE0A-7A15-4A52-85E6-C872DF9B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164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7887-DD15-4796-84CB-69BFAC977BC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FE0A-7A15-4A52-85E6-C872DF9B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312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7887-DD15-4796-84CB-69BFAC977BC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FE0A-7A15-4A52-85E6-C872DF9B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696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7887-DD15-4796-84CB-69BFAC977BC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FE0A-7A15-4A52-85E6-C872DF9B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604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7887-DD15-4796-84CB-69BFAC977BC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FE0A-7A15-4A52-85E6-C872DF9B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853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7887-DD15-4796-84CB-69BFAC977BC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FE0A-7A15-4A52-85E6-C872DF9B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432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7887-DD15-4796-84CB-69BFAC977BC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FE0A-7A15-4A52-85E6-C872DF9B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991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7887-DD15-4796-84CB-69BFAC977BC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FE0A-7A15-4A52-85E6-C872DF9BE70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0996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7887-DD15-4796-84CB-69BFAC977BC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FE0A-7A15-4A52-85E6-C872DF9B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168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7887-DD15-4796-84CB-69BFAC977BC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FE0A-7A15-4A52-85E6-C872DF9B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289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7887-DD15-4796-84CB-69BFAC977BC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FE0A-7A15-4A52-85E6-C872DF9B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967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7887-DD15-4796-84CB-69BFAC977BC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FE0A-7A15-4A52-85E6-C872DF9B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766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7887-DD15-4796-84CB-69BFAC977BC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FE0A-7A15-4A52-85E6-C872DF9B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133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DE67887-DD15-4796-84CB-69BFAC977BC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08C6FE0A-7A15-4A52-85E6-C872DF9BE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97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white-clouds-in-the-sky-1101108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.docs.live.net/69003CB1A087C46E/Documents/Next%20Hikes%20Intership.pptx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6D757-81E4-32D0-58CC-7FC12555B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16" y="365125"/>
            <a:ext cx="3582186" cy="6177077"/>
          </a:xfrm>
        </p:spPr>
        <p:txBody>
          <a:bodyPr/>
          <a:lstStyle/>
          <a:p>
            <a:br>
              <a:rPr lang="en-IN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461D40-9805-579C-688A-E6BEF8732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D4E713D-20A5-4840-193A-29D97174F00B}"/>
              </a:ext>
            </a:extLst>
          </p:cNvPr>
          <p:cNvSpPr/>
          <p:nvPr/>
        </p:nvSpPr>
        <p:spPr>
          <a:xfrm>
            <a:off x="970962" y="4333356"/>
            <a:ext cx="10642862" cy="32316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                                             </a:t>
            </a:r>
          </a:p>
          <a:p>
            <a:pPr algn="ctr"/>
            <a:endParaRPr lang="en-US" sz="2800" b="1" dirty="0">
              <a:ln w="12700">
                <a:solidFill>
                  <a:srgbClr val="00B0F0"/>
                </a:solidFill>
                <a:prstDash val="solid"/>
              </a:ln>
              <a:solidFill>
                <a:srgbClr val="0070C0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  <a:p>
            <a:pPr algn="ctr"/>
            <a:r>
              <a:rPr lang="en-US" sz="3200" b="1" dirty="0">
                <a:ln w="12700">
                  <a:solidFill>
                    <a:srgbClr val="00B0F0"/>
                  </a:solidFill>
                  <a:prstDash val="solid"/>
                </a:ln>
                <a:solidFill>
                  <a:srgbClr val="0070C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                                       Ameesha</a:t>
            </a:r>
          </a:p>
          <a:p>
            <a:pPr algn="ctr"/>
            <a:r>
              <a:rPr lang="en-US" sz="3200" b="1" dirty="0">
                <a:ln w="12700">
                  <a:solidFill>
                    <a:srgbClr val="00B0F0"/>
                  </a:solidFill>
                  <a:prstDash val="solid"/>
                </a:ln>
                <a:solidFill>
                  <a:srgbClr val="0070C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                                           Bike Rental Demand Analysis Project</a:t>
            </a:r>
          </a:p>
          <a:p>
            <a:pPr algn="ctr"/>
            <a:endParaRPr lang="en-US" sz="28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  <a:p>
            <a:pPr algn="ctr"/>
            <a:endParaRPr lang="en-US" sz="28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  <a:p>
            <a:pPr algn="ctr"/>
            <a:endParaRPr lang="en-US" sz="28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C6A6D3-85BA-79F1-F522-ABAA910AA789}"/>
              </a:ext>
            </a:extLst>
          </p:cNvPr>
          <p:cNvSpPr/>
          <p:nvPr/>
        </p:nvSpPr>
        <p:spPr>
          <a:xfrm>
            <a:off x="1563657" y="1042778"/>
            <a:ext cx="5497019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0070C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Imprint MT Shadow" panose="04020605060303030202" pitchFamily="82" charset="0"/>
              </a:rPr>
              <a:t>NEXT HIKES </a:t>
            </a:r>
          </a:p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0070C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Imprint MT Shadow" panose="04020605060303030202" pitchFamily="82" charset="0"/>
              </a:rPr>
              <a:t>IT SOLUTIONS</a:t>
            </a:r>
            <a:endParaRPr lang="en-IN" sz="54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rgbClr val="0070C0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05884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01C8D-D940-029D-5C40-3B85CE61A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 of the project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56FCA-79F0-EC6B-B522-DB6FC7ED9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analyze bike rental demand using historical data.</a:t>
            </a:r>
          </a:p>
          <a:p>
            <a:r>
              <a:rPr lang="en-US" dirty="0"/>
              <a:t>To study the impact of factors like:</a:t>
            </a:r>
          </a:p>
          <a:p>
            <a:pPr lvl="1"/>
            <a:r>
              <a:rPr lang="en-US" dirty="0"/>
              <a:t>Weather conditions</a:t>
            </a:r>
          </a:p>
          <a:p>
            <a:pPr lvl="1"/>
            <a:r>
              <a:rPr lang="en-US" dirty="0"/>
              <a:t>Season</a:t>
            </a:r>
          </a:p>
          <a:p>
            <a:pPr lvl="1"/>
            <a:r>
              <a:rPr lang="en-US" dirty="0"/>
              <a:t>Day type (weekday/weekend)</a:t>
            </a:r>
          </a:p>
          <a:p>
            <a:r>
              <a:rPr lang="en-US" dirty="0"/>
              <a:t>To identify trends and patterns in bike usage.</a:t>
            </a:r>
          </a:p>
          <a:p>
            <a:r>
              <a:rPr lang="en-US" dirty="0"/>
              <a:t>To provide insights that can help improve bike availability and operations.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109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12306-C8A0-FCC9-CEFF-CB9F9AE70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Insights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9D6FB6-C497-8F36-F667-24D415E653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930245" cy="4351338"/>
          </a:xfrm>
        </p:spPr>
        <p:txBody>
          <a:bodyPr>
            <a:normAutofit/>
          </a:bodyPr>
          <a:lstStyle/>
          <a:p>
            <a:r>
              <a:rPr lang="en-US" dirty="0"/>
              <a:t>Casual vs Registered</a:t>
            </a:r>
          </a:p>
          <a:p>
            <a:pPr lvl="1"/>
            <a:r>
              <a:rPr lang="en-US" sz="2000" dirty="0"/>
              <a:t>  The Bike rentals of registered people are more than the casual bike rentals.</a:t>
            </a:r>
          </a:p>
          <a:p>
            <a:pPr lvl="1"/>
            <a:r>
              <a:rPr lang="en-US" sz="2000" dirty="0"/>
              <a:t>The registered bike rentals are 10 times more than that of casual bike rentals.</a:t>
            </a:r>
          </a:p>
          <a:p>
            <a:pPr lvl="1"/>
            <a:r>
              <a:rPr lang="en-US" sz="2000" dirty="0"/>
              <a:t>Which indicates that same people like to come again and again to attain the service.   </a:t>
            </a:r>
          </a:p>
          <a:p>
            <a:r>
              <a:rPr lang="en-US" dirty="0"/>
              <a:t>On Weather</a:t>
            </a:r>
          </a:p>
          <a:p>
            <a:pPr lvl="1"/>
            <a:r>
              <a:rPr lang="en-US" sz="2000" dirty="0"/>
              <a:t>Most of the people prefer travelling in clean weather.</a:t>
            </a:r>
          </a:p>
          <a:p>
            <a:pPr lvl="1"/>
            <a:r>
              <a:rPr lang="en-US" sz="2000" dirty="0"/>
              <a:t>Light rain is the least preferred which means that people do not like to travel during the rain.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EB66554-BED4-6F9F-5555-C55C38A7B6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13" r="7882" b="4469"/>
          <a:stretch>
            <a:fillRect/>
          </a:stretch>
        </p:blipFill>
        <p:spPr>
          <a:xfrm>
            <a:off x="7828486" y="1536923"/>
            <a:ext cx="3525314" cy="2464371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0B8B7F-5216-BCD3-7065-41EA2F518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4" b="14223"/>
          <a:stretch>
            <a:fillRect/>
          </a:stretch>
        </p:blipFill>
        <p:spPr>
          <a:xfrm>
            <a:off x="8324141" y="4298623"/>
            <a:ext cx="2534004" cy="234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844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9848A-BD7A-6A00-CCD7-32FA52516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50553"/>
          </a:xfrm>
        </p:spPr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Insights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0C334-CD4C-E98C-A57A-BF8F0D7A42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715678"/>
            <a:ext cx="6231904" cy="50621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Various days of week</a:t>
            </a:r>
          </a:p>
          <a:p>
            <a:r>
              <a:rPr lang="en-US" dirty="0"/>
              <a:t>Registered</a:t>
            </a:r>
          </a:p>
          <a:p>
            <a:pPr lvl="1"/>
            <a:r>
              <a:rPr lang="en-US" sz="2000" dirty="0"/>
              <a:t>Out of all the days of the week, ”Friday” is when most of the registered people rent the bikes.</a:t>
            </a:r>
          </a:p>
          <a:p>
            <a:pPr lvl="1"/>
            <a:r>
              <a:rPr lang="en-US" sz="2000" dirty="0"/>
              <a:t>The day when least people take bikes on rent is “Saturday”.</a:t>
            </a:r>
          </a:p>
          <a:p>
            <a:r>
              <a:rPr lang="en-US" dirty="0"/>
              <a:t>Casual</a:t>
            </a:r>
          </a:p>
          <a:p>
            <a:pPr lvl="1"/>
            <a:r>
              <a:rPr lang="en-US" sz="2000" dirty="0"/>
              <a:t>Out of all the days of week, “Sunday” is when most of the people take bike on rent for a short period or temporary period of time.</a:t>
            </a:r>
          </a:p>
          <a:p>
            <a:pPr lvl="1"/>
            <a:r>
              <a:rPr lang="en-US" sz="2000" dirty="0"/>
              <a:t>The day when least people take bike on rent for temporary period is “Thursday</a:t>
            </a:r>
          </a:p>
          <a:p>
            <a:pPr marL="0" indent="0">
              <a:buNone/>
            </a:pPr>
            <a:r>
              <a:rPr lang="en-US" sz="2400" dirty="0"/>
              <a:t>We can conclude that, people may leave their homes to Friday and rent bike on Friday to spend the weekend.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90A5D5F-FB13-14F1-1C6B-08435C15FD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725" y="2460396"/>
            <a:ext cx="4283075" cy="2780907"/>
          </a:xfrm>
        </p:spPr>
      </p:pic>
    </p:spTree>
    <p:extLst>
      <p:ext uri="{BB962C8B-B14F-4D97-AF65-F5344CB8AC3E}">
        <p14:creationId xmlns:p14="http://schemas.microsoft.com/office/powerpoint/2010/main" val="362231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4033D-FA73-0D32-F0A0-D4547BB89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702B5-52AB-3A60-5D6E-FF50C8948C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Weekday vs Weekend</a:t>
            </a:r>
          </a:p>
          <a:p>
            <a:r>
              <a:rPr lang="en-IN" sz="2400" dirty="0"/>
              <a:t>People rent more bikes in weekday than weekend.</a:t>
            </a:r>
          </a:p>
          <a:p>
            <a:r>
              <a:rPr lang="en-IN" dirty="0"/>
              <a:t>Weekday</a:t>
            </a:r>
          </a:p>
          <a:p>
            <a:pPr lvl="1"/>
            <a:r>
              <a:rPr lang="en-IN" dirty="0"/>
              <a:t>Registered= 40,181</a:t>
            </a:r>
          </a:p>
          <a:p>
            <a:pPr lvl="1"/>
            <a:r>
              <a:rPr lang="en-IN" dirty="0"/>
              <a:t>Casual= 2,218</a:t>
            </a:r>
          </a:p>
          <a:p>
            <a:r>
              <a:rPr lang="en-IN" dirty="0"/>
              <a:t>Weekend</a:t>
            </a:r>
          </a:p>
          <a:p>
            <a:pPr lvl="1"/>
            <a:r>
              <a:rPr lang="en-IN" dirty="0"/>
              <a:t>Registered= 13,167</a:t>
            </a:r>
          </a:p>
          <a:p>
            <a:pPr lvl="1"/>
            <a:r>
              <a:rPr lang="en-IN" dirty="0"/>
              <a:t>Casual= 2,705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F3583D0-ADFF-63B6-82B3-7973B30195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920" y="2305607"/>
            <a:ext cx="4991797" cy="3391373"/>
          </a:xfrm>
        </p:spPr>
      </p:pic>
    </p:spTree>
    <p:extLst>
      <p:ext uri="{BB962C8B-B14F-4D97-AF65-F5344CB8AC3E}">
        <p14:creationId xmlns:p14="http://schemas.microsoft.com/office/powerpoint/2010/main" val="1151290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03CAC-0A84-52FE-0FE5-9C3D12CAA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Insights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EDE9D-E8F6-AFC4-D1FC-976534533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864258" cy="4351338"/>
          </a:xfrm>
        </p:spPr>
        <p:txBody>
          <a:bodyPr>
            <a:normAutofit/>
          </a:bodyPr>
          <a:lstStyle/>
          <a:p>
            <a:r>
              <a:rPr lang="en-US" dirty="0"/>
              <a:t>Windspeed</a:t>
            </a:r>
          </a:p>
          <a:p>
            <a:pPr lvl="1"/>
            <a:r>
              <a:rPr lang="en-US" sz="2000" dirty="0"/>
              <a:t>Riders or travelers like to travel when there is no windspeed i.e. 0 and the number of bike rentals are 7,845.</a:t>
            </a:r>
          </a:p>
          <a:p>
            <a:pPr lvl="1"/>
            <a:r>
              <a:rPr lang="en-US" sz="2000" dirty="0"/>
              <a:t>Riders usually avoid renting bikes when the windspeed it to its maximum i.e. 0.28 and the number of bike rentals are 374.</a:t>
            </a:r>
          </a:p>
          <a:p>
            <a:r>
              <a:rPr lang="en-US" sz="2400" dirty="0"/>
              <a:t>Months</a:t>
            </a:r>
          </a:p>
          <a:p>
            <a:pPr lvl="1"/>
            <a:r>
              <a:rPr lang="en-US" sz="2000" dirty="0"/>
              <a:t>The data provided was of first and second month only which are January and February respectively.</a:t>
            </a:r>
          </a:p>
          <a:p>
            <a:pPr lvl="1"/>
            <a:r>
              <a:rPr lang="en-US" sz="2000" dirty="0"/>
              <a:t>More people rented bikes in first month than second.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9FC5F6-04E4-9895-6A06-A57FB71E704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6321" y="2208333"/>
            <a:ext cx="4529137" cy="3321972"/>
          </a:xfrm>
        </p:spPr>
      </p:pic>
    </p:spTree>
    <p:extLst>
      <p:ext uri="{BB962C8B-B14F-4D97-AF65-F5344CB8AC3E}">
        <p14:creationId xmlns:p14="http://schemas.microsoft.com/office/powerpoint/2010/main" val="1629043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F051F-0C68-305D-4001-15E02C771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Insights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87099-3CAE-8DD2-D814-054834041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685148" cy="4351338"/>
          </a:xfrm>
        </p:spPr>
        <p:txBody>
          <a:bodyPr/>
          <a:lstStyle/>
          <a:p>
            <a:r>
              <a:rPr lang="en-IN" dirty="0"/>
              <a:t>Humidity</a:t>
            </a:r>
          </a:p>
          <a:p>
            <a:r>
              <a:rPr lang="en-IN" dirty="0"/>
              <a:t>Classification</a:t>
            </a:r>
          </a:p>
          <a:p>
            <a:pPr lvl="1"/>
            <a:r>
              <a:rPr lang="en-IN" sz="2000" dirty="0"/>
              <a:t>Below 70= Acceptable</a:t>
            </a:r>
          </a:p>
          <a:p>
            <a:pPr lvl="1"/>
            <a:r>
              <a:rPr lang="en-IN" sz="2000" dirty="0"/>
              <a:t>Above70= Risky</a:t>
            </a:r>
          </a:p>
          <a:p>
            <a:r>
              <a:rPr lang="en-IN" dirty="0"/>
              <a:t>More people prefer to go during acceptable humidity.</a:t>
            </a:r>
          </a:p>
          <a:p>
            <a:r>
              <a:rPr lang="en-IN" dirty="0"/>
              <a:t>No. of bike rentals in </a:t>
            </a:r>
          </a:p>
          <a:p>
            <a:pPr lvl="1"/>
            <a:r>
              <a:rPr lang="en-IN" dirty="0"/>
              <a:t>Acceptable humidity= 11,950</a:t>
            </a:r>
          </a:p>
          <a:p>
            <a:pPr lvl="1"/>
            <a:r>
              <a:rPr lang="en-IN" dirty="0"/>
              <a:t>Risky humidity= 46,318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BBAC45E-19AD-9772-D4E3-6F4064A2C7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2373996"/>
            <a:ext cx="4699000" cy="3254596"/>
          </a:xfrm>
        </p:spPr>
      </p:pic>
    </p:spTree>
    <p:extLst>
      <p:ext uri="{BB962C8B-B14F-4D97-AF65-F5344CB8AC3E}">
        <p14:creationId xmlns:p14="http://schemas.microsoft.com/office/powerpoint/2010/main" val="1085154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6552E-9D86-EE27-0C29-355D2E27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Insights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AD409-66BC-67E1-3DF6-83835CA6D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128208" cy="4351338"/>
          </a:xfrm>
        </p:spPr>
        <p:txBody>
          <a:bodyPr/>
          <a:lstStyle/>
          <a:p>
            <a:r>
              <a:rPr lang="en-IN" dirty="0"/>
              <a:t>Temperature</a:t>
            </a:r>
          </a:p>
          <a:p>
            <a:r>
              <a:rPr lang="en-IN" dirty="0"/>
              <a:t>Classification</a:t>
            </a:r>
          </a:p>
          <a:p>
            <a:pPr lvl="1"/>
            <a:r>
              <a:rPr lang="en-IN" sz="2000" dirty="0"/>
              <a:t>&lt;0.1 = Risky</a:t>
            </a:r>
          </a:p>
          <a:p>
            <a:pPr lvl="1"/>
            <a:r>
              <a:rPr lang="en-IN" sz="2000" dirty="0"/>
              <a:t>&lt;0.35 = Safe</a:t>
            </a:r>
          </a:p>
          <a:p>
            <a:pPr lvl="1"/>
            <a:r>
              <a:rPr lang="en-IN" sz="2000" dirty="0"/>
              <a:t>&gt;0.35 = Risky</a:t>
            </a:r>
          </a:p>
          <a:p>
            <a:pPr lvl="1"/>
            <a:endParaRPr lang="en-IN" sz="2000" dirty="0"/>
          </a:p>
          <a:p>
            <a:r>
              <a:rPr lang="en-IN" dirty="0"/>
              <a:t>People prefer to go during the safe temperature and tend to rent bikes.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82024BF-7074-A29C-3C9D-B4C221D654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8604" y="2271860"/>
            <a:ext cx="3013050" cy="2839251"/>
          </a:xfrm>
        </p:spPr>
      </p:pic>
    </p:spTree>
    <p:extLst>
      <p:ext uri="{BB962C8B-B14F-4D97-AF65-F5344CB8AC3E}">
        <p14:creationId xmlns:p14="http://schemas.microsoft.com/office/powerpoint/2010/main" val="403849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67C6D-FC34-B716-22AB-BC23FE7BE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BADD6-86F7-40BF-29ED-ED9048F9A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registered travels avail more bike rental service than the casual bike rentals.</a:t>
            </a:r>
          </a:p>
          <a:p>
            <a:r>
              <a:rPr lang="en-US" dirty="0"/>
              <a:t>The number of bike rentals are most on “Friday”.</a:t>
            </a:r>
          </a:p>
          <a:p>
            <a:r>
              <a:rPr lang="en-US" dirty="0"/>
              <a:t>People prefer to travel in good climate conditions for  instance, clean weather, less humidity, less windspeed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5910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21339-5C8A-8F57-08D3-4B354DB10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Challenges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18383-FD13-E8E4-4DDD-64CE6EDAC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Power query for the first was little challenging because I could not succeed wit first or second try. With the help of </a:t>
            </a:r>
            <a:r>
              <a:rPr lang="en-US" dirty="0">
                <a:hlinkClick r:id="rId2"/>
              </a:rPr>
              <a:t>Youtube.com</a:t>
            </a:r>
            <a:r>
              <a:rPr lang="en-US" dirty="0"/>
              <a:t> I learnt how to merge datasets.</a:t>
            </a:r>
          </a:p>
          <a:p>
            <a:r>
              <a:rPr lang="en-US" dirty="0"/>
              <a:t>Another challenge was VBA Macros, I recorded the macros for the pre-processing of data but when I tried to implement the same macros in second dataset, the result was not satisfactory. So, I dropped the idea of using it in Dataset 3.</a:t>
            </a:r>
          </a:p>
          <a:p>
            <a:r>
              <a:rPr lang="en-US" dirty="0"/>
              <a:t>Creating Dashboard was little challenging but I overcome it on my own.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6669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9A83DD-82FB-4EAD-80E3-ADBB7B266C46}"/>
              </a:ext>
            </a:extLst>
          </p:cNvPr>
          <p:cNvSpPr/>
          <p:nvPr/>
        </p:nvSpPr>
        <p:spPr>
          <a:xfrm>
            <a:off x="4055631" y="2967335"/>
            <a:ext cx="4080734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You!</a:t>
            </a:r>
            <a:endParaRPr lang="en-US" sz="6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8741094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311</TotalTime>
  <Words>574</Words>
  <Application>Microsoft Office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Corbel</vt:lpstr>
      <vt:lpstr>Imprint MT Shadow</vt:lpstr>
      <vt:lpstr>Depth</vt:lpstr>
      <vt:lpstr> </vt:lpstr>
      <vt:lpstr>Objective of the project</vt:lpstr>
      <vt:lpstr>                             Insights</vt:lpstr>
      <vt:lpstr>Insights</vt:lpstr>
      <vt:lpstr>Insights</vt:lpstr>
      <vt:lpstr>Insights</vt:lpstr>
      <vt:lpstr>Insights</vt:lpstr>
      <vt:lpstr>Insights</vt:lpstr>
      <vt:lpstr>Conclusion</vt:lpstr>
      <vt:lpstr>Challenges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pc</dc:creator>
  <cp:lastModifiedBy>hp pc</cp:lastModifiedBy>
  <cp:revision>1</cp:revision>
  <dcterms:created xsi:type="dcterms:W3CDTF">2026-01-08T17:04:39Z</dcterms:created>
  <dcterms:modified xsi:type="dcterms:W3CDTF">2026-01-17T19:48:56Z</dcterms:modified>
</cp:coreProperties>
</file>